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A4A47-DC7D-70B1-F383-41FE9369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1649E0-4519-142D-F485-7573B0600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DC22FF-ED8B-FD74-98C1-3AB6555D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AECE64-4A84-7ED0-B4B2-B441F0C2E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364ACC-0C50-9A67-D46D-F78791CE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21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AC3C8-F4B1-6922-B91A-DF49E49D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B5BC3D-906F-16BC-99F9-5F0ED9644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978A15-DB68-726C-0A46-88269553A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B39614-8577-1C9B-76DA-2FD0FAEE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25E697-7954-B55C-4890-FD17476B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80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EF67D-59B7-5110-AA8E-74F9658FF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1CCFA1-F503-D83F-B2E8-4165FC6E6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F6433B-FEC0-F197-707B-8DA7EA5CE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3B224D-0133-8AAB-A4B7-7674033B7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18ECB2-4F1C-E697-BFD8-CCD61C1D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28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5CF6BD-A2C1-BE1A-1472-EED2B07A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40AE06-DED2-C55A-0BC9-14E0C3A55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4D08D5-325E-BFA2-04D7-745C8957A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E3836A-5AEC-DF3B-82BC-7D62A6635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E52D3B-EF97-4D28-50CE-17ED99DA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3A808F-00D3-ED81-0842-E3AAC83F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50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394CD-C3E4-E545-7A87-1FCBCF303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453139-6008-9224-FBCB-0E881A6B0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1357A4-8517-DB69-6429-828A3FA09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E45E93-A4F1-BF5D-69EB-04143BDE9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35B200-13EB-6C99-449D-03E76F182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F5545A-6BBD-C42C-A2F5-88CE7378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6583CB-3AEC-9CED-F543-441024F2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C252003-8B8C-1002-C2EF-FFCA4C9E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81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201CA-A6B7-2B31-06B3-9981D291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5C8CC47-049C-B4BD-69F1-BCEB60031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5731B97-941E-BABC-4E36-F9D7CAEF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85317A1-114B-80A9-FAA7-92B7D5C8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30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2128C8-73B8-BFA3-C1D9-98FF6676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58E1F0-D457-BE1A-4D54-16A895D4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4DEFFE-D9BE-2410-8B0D-B0E90F860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82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A0677-CA9E-0061-D73D-AE22A95AE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0F3347-26F3-A15D-244B-580DFC8B6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DF9DFE-8B84-23AB-9D7D-CAF2C658C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6F1E20-0E10-098F-EAE4-3CD96ABF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E6B117-EE83-64D0-65F0-0BDD3A462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B8405B-74B9-BA5E-A484-ED14A56C4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60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3C490-7F84-6644-D36A-51B6A342E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1A0A416-95FC-4EA7-EA71-CB9151209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479CF9-F517-D027-9652-09C77EBEB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AD14C7-0010-18DA-3EA2-99D521139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5CF625-6761-2BA8-48E1-8A229E89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2E52FA-C118-22DD-7FBB-4FD8C67D8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708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91F53-8232-CE60-4069-0EDCBDD6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E7C513-2B02-FF89-5AF2-F0946BC28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958FD4-4A0E-7FCB-4612-157E60E9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2C85AA-CD04-87B6-8D7E-3A0C8099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07A529-810B-45A5-8209-2A9B65259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974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96B414-6C50-CB9E-7BAC-224A59F98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33865B-6101-114C-87FF-ED3C26AF2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7A64FA-589C-C460-6D56-8574F655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538A31-1E48-96BA-F4F4-2AC581D9F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855893-48E7-CA92-5742-56548E77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463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79C7D4-FAE2-400B-12B1-F42DD97D1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81EBEF-41C6-70C3-F20F-0AB3E33EB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FB39F3-9074-52AA-E18D-7A1721CF1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359737-C035-497D-B6F9-59A4E20DA86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D95C5B-01F5-9234-066A-B0C1C12C3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069408-98F8-3E5A-64F3-784F40FB9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93975-F3AE-4B0E-8093-9A578B308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302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7C70F-34BD-5C26-E627-CCA1778BAE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330A3F-63BC-E615-4F96-514F6F97AC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Interface gráfica do usuário, Gráfico, Aplicativo, Excel&#10;&#10;O conteúdo gerado por IA pode estar incorreto.">
            <a:extLst>
              <a:ext uri="{FF2B5EF4-FFF2-40B4-BE49-F238E27FC236}">
                <a16:creationId xmlns:a16="http://schemas.microsoft.com/office/drawing/2014/main" id="{069F6307-95DF-CC33-4006-7260BDC13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13"/>
            <a:ext cx="12192000" cy="673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70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48700-A52B-B790-F931-8E6D7118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9AD63-4DA6-C6B1-AC04-863757F5B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Interface gráfica do usuário, Gráfico, Aplicativo, Tabela, Excel, Gráfico de pizza&#10;&#10;O conteúdo gerado por IA pode estar incorreto.">
            <a:extLst>
              <a:ext uri="{FF2B5EF4-FFF2-40B4-BE49-F238E27FC236}">
                <a16:creationId xmlns:a16="http://schemas.microsoft.com/office/drawing/2014/main" id="{DA6DA2E0-EC18-929E-1DC3-B158DC580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76"/>
            <a:ext cx="12192000" cy="682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2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C0685-649B-52E9-060B-5FEE3841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928481-9A40-E87C-1302-9C6146FA8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2C387F9-0403-81B1-EA7C-72BAC77AB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80"/>
            <a:ext cx="12192000" cy="67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7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Jessica Duart</dc:creator>
  <cp:lastModifiedBy>Jessica Duart</cp:lastModifiedBy>
  <cp:revision>1</cp:revision>
  <dcterms:created xsi:type="dcterms:W3CDTF">2026-01-25T16:13:11Z</dcterms:created>
  <dcterms:modified xsi:type="dcterms:W3CDTF">2026-01-25T16:15:59Z</dcterms:modified>
</cp:coreProperties>
</file>